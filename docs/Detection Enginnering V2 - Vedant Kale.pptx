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94360"/>
            <a:ext cx="146304" cy="5440680"/>
          </a:xfrm>
          <a:prstGeom prst="round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7315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CC9F0"/>
                </a:solidFill>
                <a:latin typeface="Aptos"/>
              </a:rPr>
              <a:t>THREAT DETECTION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2588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Adversary Emulation,
Detection SLO, Threat Intelligence,
Automated Triage &amp; Forensics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20440"/>
            <a:ext cx="9601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D6E7F1"/>
                </a:solidFill>
                <a:latin typeface="Aptos"/>
              </a:rPr>
              <a:t>Stage 1 → Stage </a:t>
            </a:r>
            <a:r>
              <a:rPr sz="1600" b="0" dirty="0" smtClean="0">
                <a:solidFill>
                  <a:srgbClr val="D6E7F1"/>
                </a:solidFill>
                <a:latin typeface="Aptos"/>
              </a:rPr>
              <a:t>6</a:t>
            </a:r>
            <a:endParaRPr sz="1600" b="0" dirty="0">
              <a:solidFill>
                <a:srgbClr val="D6E7F1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60120" y="4297680"/>
            <a:ext cx="4572000" cy="594360"/>
          </a:xfrm>
          <a:prstGeom prst="roundRect">
            <a:avLst/>
          </a:prstGeom>
          <a:solidFill>
            <a:srgbClr val="173B55"/>
          </a:solidFill>
          <a:ln w="12700">
            <a:solidFill>
              <a:srgbClr val="315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0432" y="4471416"/>
            <a:ext cx="4160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Vedant Kale | Cloud Engineer Level 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806440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FC6D4"/>
                </a:solidFill>
                <a:latin typeface="Aptos"/>
              </a:rPr>
              <a:t>Based on SG/PA/CLD-42-L3+ assignment • 19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580644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4CC9F0"/>
                </a:solidFill>
                <a:latin typeface="Aptos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731520"/>
            <a:ext cx="137160" cy="521208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769AA"/>
                </a:solidFill>
                <a:latin typeface="Aptos"/>
              </a:rPr>
              <a:t>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9784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8242E"/>
                </a:solidFill>
                <a:latin typeface="Aptos"/>
              </a:rPr>
              <a:t>Repeatable Adversary Emulation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9418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3E4A55"/>
                </a:solidFill>
                <a:latin typeface="Aptos"/>
              </a:rPr>
              <a:t>CI-runnable emulation, ATT&amp;CK technique coverage and coverage-delta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251960"/>
            <a:ext cx="9875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4553712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769AA"/>
                </a:solidFill>
                <a:latin typeface="Aptos"/>
              </a:rPr>
              <a:t>Screenshots in this section are arranged in the same practical order as the assignment stage.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769AA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769AA"/>
                </a:solidFill>
                <a:latin typeface="Aptos"/>
              </a:rPr>
              <a:t>STAGE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769AA"/>
                </a:solidFill>
                <a:latin typeface="Aptos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Repeatable Adversary Emulation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01/39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32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60" y="1170432"/>
            <a:ext cx="755143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769AA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GitHub repository is created for the detection program. It gives one central place to keep the emulation, detections, documentation and supporting files.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769AA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769AA"/>
                </a:solidFill>
                <a:latin typeface="Aptos"/>
              </a:rPr>
              <a:t>STAGE 1 • 1/16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769AA"/>
                </a:solidFill>
                <a:latin typeface="Aptos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Repeatable Adversary Emulation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02/39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325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234" y="1170432"/>
            <a:ext cx="7530483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769AA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repository structure is visible with folders for detections, docs, emulation, forensics, intel, scorecard and triage. This matches the planned project layout.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769AA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769AA"/>
                </a:solidFill>
                <a:latin typeface="Aptos"/>
              </a:rPr>
              <a:t>STAGE 1 • 2/16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769AA"/>
                </a:solidFill>
                <a:latin typeface="Aptos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Repeatable Adversary Emulation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03/39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327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940" y="1170432"/>
            <a:ext cx="758307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769AA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ATT&amp;CK technique list is stored in emulation/techniques.json. This file tells the runner which techniques should be tested.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769AA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769AA"/>
                </a:solidFill>
                <a:latin typeface="Aptos"/>
              </a:rPr>
              <a:t>STAGE 1 • 3/16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769AA"/>
                </a:solidFill>
                <a:latin typeface="Aptos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Repeatable Adversary Emulation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04/39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328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649" y="1170432"/>
            <a:ext cx="7509652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769AA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emulation runner script is added. It reads the technique list and creates a coverage report after running the tests.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769AA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769AA"/>
                </a:solidFill>
                <a:latin typeface="Aptos"/>
              </a:rPr>
              <a:t>STAGE 1 • 4/16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769AA"/>
                </a:solidFill>
                <a:latin typeface="Aptos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Repeatable Adversary Emulation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05/39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331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26" y="1170432"/>
            <a:ext cx="7723298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769AA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repository is cloned locally so the emulation can be executed from the user's own test environment.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769AA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769AA"/>
                </a:solidFill>
                <a:latin typeface="Aptos"/>
              </a:rPr>
              <a:t>STAGE 1 • 5/16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769AA"/>
                </a:solidFill>
                <a:latin typeface="Aptos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Repeatable Adversary Emulation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06/39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358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829" y="1170432"/>
            <a:ext cx="7555293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769AA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first emulation run creates a coverage report. The screenshot shows the report being generated and committed to Git.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769AA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769AA"/>
                </a:solidFill>
                <a:latin typeface="Aptos"/>
              </a:rPr>
              <a:t>STAGE 1 • 6/16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769AA"/>
                </a:solidFill>
                <a:latin typeface="Aptos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Repeatable Adversary Emulation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07/39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359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940" y="1170432"/>
            <a:ext cx="758307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769AA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Initial detection rules are added in detections/rules.json. These rules connect ATT&amp;CK techniques with detection logic.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769AA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769AA"/>
                </a:solidFill>
                <a:latin typeface="Aptos"/>
              </a:rPr>
              <a:t>STAGE 1 • 7/16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769AA"/>
                </a:solidFill>
                <a:latin typeface="Aptos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Repeatable Adversary Emulation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08/39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403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502" y="1170432"/>
            <a:ext cx="7561947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769AA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first coverage result is generated successfully and shows 66.67% coverage. This proves the runner is connecting technique tests with detections.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769AA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769AA"/>
                </a:solidFill>
                <a:latin typeface="Aptos"/>
              </a:rPr>
              <a:t>STAGE 1 • 8/16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769AA"/>
                </a:solidFill>
                <a:latin typeface="Aptos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Repeatable Adversary Emulation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09/39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404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228" y="1170432"/>
            <a:ext cx="7572494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769AA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emulation files are now stored in GitHub, including the coverage report and runner. This makes the work repeatable and version controlled.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769AA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769AA"/>
                </a:solidFill>
                <a:latin typeface="Aptos"/>
              </a:rPr>
              <a:t>STAGE 1 • 9/16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769AA"/>
                </a:solidFill>
                <a:latin typeface="Aptos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Repeatable Adversary Emulation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10/39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408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637" y="1170432"/>
            <a:ext cx="7593676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769AA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Updated emulation code and the coverage report are committed and pushed to GitHub. The local and remote repositories are synchronized.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769AA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769AA"/>
                </a:solidFill>
                <a:latin typeface="Aptos"/>
              </a:rPr>
              <a:t>STAGE 1 • 10/16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769AA"/>
                </a:solidFill>
                <a:latin typeface="Aptos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Repeatable Adversary Emulation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11/39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412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940" y="1170432"/>
            <a:ext cx="758307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769AA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latest push is confirmed. The new emulation changes are successfully available in the GitHub repository.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769AA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769AA"/>
                </a:solidFill>
                <a:latin typeface="Aptos"/>
              </a:rPr>
              <a:t>STAGE 1 • 11/16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769AA"/>
                </a:solidFill>
                <a:latin typeface="Aptos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Repeatable Adversary Emulation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12/39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414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719" y="1170432"/>
            <a:ext cx="7479512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769AA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Coverage delta is generated by comparing the current run with the baseline. The result shows how coverage changed between runs.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769AA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769AA"/>
                </a:solidFill>
                <a:latin typeface="Aptos"/>
              </a:rPr>
              <a:t>STAGE 1 • 12/16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769AA"/>
                </a:solidFill>
                <a:latin typeface="Aptos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Repeatable Adversary Emulation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13/39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415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502" y="1170432"/>
            <a:ext cx="7561947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769AA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baseline and delta reports are visible in GitHub. This provides a historical record of what was detected or missed.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769AA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769AA"/>
                </a:solidFill>
                <a:latin typeface="Aptos"/>
              </a:rPr>
              <a:t>STAGE 1 • 13/16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769AA"/>
                </a:solidFill>
                <a:latin typeface="Aptos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Repeatable Adversary Emulation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14/39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527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776" y="1170432"/>
            <a:ext cx="7511398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769AA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A new detection rule for T1518 software discovery is added. The screenshot also shows the normal Git workflow used to commit the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769AA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769AA"/>
                </a:solidFill>
                <a:latin typeface="Aptos"/>
              </a:rPr>
              <a:t>STAGE 1 • 14/16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769AA"/>
                </a:solidFill>
                <a:latin typeface="Aptos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Repeatable Adversary Emulation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15/39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533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502" y="1170432"/>
            <a:ext cx="7561947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769AA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local branch is rebased with the remote branch and the new changes are pushed successfully. This resolves the earlier push conflict and keeps the history clean.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769AA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769AA"/>
                </a:solidFill>
                <a:latin typeface="Aptos"/>
              </a:rPr>
              <a:t>STAGE 1 • 15/16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769AA"/>
                </a:solidFill>
                <a:latin typeface="Aptos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Repeatable Adversary Emulation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16/39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536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502" y="1170432"/>
            <a:ext cx="7561947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769AA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improved emulation coverage is recorded in GitHub. The repository now contains the baseline, delta, coverage report and updated runner.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769AA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769AA"/>
                </a:solidFill>
                <a:latin typeface="Aptos"/>
              </a:rPr>
              <a:t>STAGE 1 • 16/16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731520"/>
            <a:ext cx="137160" cy="5212080"/>
          </a:xfrm>
          <a:prstGeom prst="roundRect">
            <a:avLst/>
          </a:prstGeom>
          <a:solidFill>
            <a:srgbClr val="C76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C76520"/>
                </a:solidFill>
                <a:latin typeface="Aptos"/>
              </a:rPr>
              <a:t>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9784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8242E"/>
                </a:solidFill>
                <a:latin typeface="Aptos"/>
              </a:rPr>
              <a:t>Detection SLO with Noise Budget &amp; Coverage Debt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9418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3E4A55"/>
                </a:solidFill>
                <a:latin typeface="Aptos"/>
              </a:rPr>
              <a:t>Measure detection health and automatically enforce false-positive and coverage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251960"/>
            <a:ext cx="9875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4553712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C76520"/>
                </a:solidFill>
                <a:latin typeface="Aptos"/>
              </a:rPr>
              <a:t>Screenshots in this section are arranged in the same practical order as the assignment stage.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C76520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C76520"/>
                </a:solidFill>
                <a:latin typeface="Aptos"/>
              </a:rPr>
              <a:t>STAGE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C76520"/>
                </a:solidFill>
                <a:latin typeface="Aptos"/>
              </a:rPr>
              <a:t>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Detection SLO with Noise Budget &amp; Coverage Debt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C76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17/39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556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234" y="1170432"/>
            <a:ext cx="7530483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C76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C76520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updated detection coverage is committed and pushed. Immediately after this, the SLO evaluation files are prepared.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C76520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C76520"/>
                </a:solidFill>
                <a:latin typeface="Aptos"/>
              </a:rPr>
              <a:t>STAGE 2 • 1/6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C76520"/>
                </a:solidFill>
                <a:latin typeface="Aptos"/>
              </a:rPr>
              <a:t>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Detection SLO with Noise Budget &amp; Coverage Debt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C76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18/39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557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767" y="1170432"/>
            <a:ext cx="7535417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C76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C76520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SLO evaluation script generates an SLO report. It checks noise budget, coverage debt and the status of each detection rule.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C76520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C76520"/>
                </a:solidFill>
                <a:latin typeface="Aptos"/>
              </a:rPr>
              <a:t>STAGE 2 • 2/6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C76520"/>
                </a:solidFill>
                <a:latin typeface="Aptos"/>
              </a:rPr>
              <a:t>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Detection SLO with Noise Budget &amp; Coverage Debt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C76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19/39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559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004" y="1170432"/>
            <a:ext cx="7540942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C76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C76520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SLO report shows a rule exceeding the noise budget. That rule is moved to DRAFT and on-call paging is enabled, proving enforcement works.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C76520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C76520"/>
                </a:solidFill>
                <a:latin typeface="Aptos"/>
              </a:rPr>
              <a:t>STAGE 2 • 3/6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C76520"/>
                </a:solidFill>
                <a:latin typeface="Aptos"/>
              </a:rPr>
              <a:t>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Detection SLO with Noise Budget &amp; Coverage Debt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C76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20/39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601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60" y="1170432"/>
            <a:ext cx="755143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C76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C76520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scorecard folder contains the SLO evaluator, baseline, coverage delta, SLO report and weekly metrics. This makes the SLO process repeatable.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C76520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C76520"/>
                </a:solidFill>
                <a:latin typeface="Aptos"/>
              </a:rPr>
              <a:t>STAGE 2 • 4/6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C76520"/>
                </a:solidFill>
                <a:latin typeface="Aptos"/>
              </a:rPr>
              <a:t>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Detection SLO with Noise Budget &amp; Coverage Debt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C76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21/39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603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004" y="1170432"/>
            <a:ext cx="7540942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C76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C76520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generated SLO files are committed and pushed to GitHub so the enforcement evidence is version controlled.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C76520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C76520"/>
                </a:solidFill>
                <a:latin typeface="Aptos"/>
              </a:rPr>
              <a:t>STAGE 2 • 5/6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C76520"/>
                </a:solidFill>
                <a:latin typeface="Aptos"/>
              </a:rPr>
              <a:t>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Detection SLO with Noise Budget &amp; Coverage Debt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C76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22/39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606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234" y="1170432"/>
            <a:ext cx="7530483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C76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C76520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GitHub Actions runs the Weekly Detection SLO Check and finishes with SUCCESS. This proves the SLO check can be enforced through CI.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C76520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C76520"/>
                </a:solidFill>
                <a:latin typeface="Aptos"/>
              </a:rPr>
              <a:t>STAGE 2 • 6/6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731520"/>
            <a:ext cx="137160" cy="5212080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E7D4F"/>
                </a:solidFill>
                <a:latin typeface="Aptos"/>
              </a:rPr>
              <a:t>STAGE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9784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8242E"/>
                </a:solidFill>
                <a:latin typeface="Aptos"/>
              </a:rPr>
              <a:t>Live Threat Intelligence Enrichment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9418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3E4A55"/>
                </a:solidFill>
                <a:latin typeface="Aptos"/>
              </a:rPr>
              <a:t>Automatically add adversary context, IOC confidence and enrichment-latency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251960"/>
            <a:ext cx="9875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4553712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Aptos"/>
              </a:rPr>
              <a:t>Screenshots in this section are arranged in the same practical order as the assignment stage.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E7D4F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E7D4F"/>
                </a:solidFill>
                <a:latin typeface="Aptos"/>
              </a:rPr>
              <a:t>STAGE 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E7D4F"/>
                </a:solidFill>
                <a:latin typeface="Aptos"/>
              </a:rPr>
              <a:t>STAGE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Live Threat Intelligence Enrichment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23/39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621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60" y="1170432"/>
            <a:ext cx="755143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E7D4F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threat-intelligence feed and enrichment script are prepared. A sample IOC is checked and a matching threat-intelligence record is found with high confidence.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E7D4F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E7D4F"/>
                </a:solidFill>
                <a:latin typeface="Aptos"/>
              </a:rPr>
              <a:t>STAGE 3 • 1/6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E7D4F"/>
                </a:solidFill>
                <a:latin typeface="Aptos"/>
              </a:rPr>
              <a:t>STAGE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Live Threat Intelligence Enrichment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24/39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622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2260698"/>
            <a:ext cx="11000232" cy="179710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E7D4F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Three alerts are tested. All three receive enrichment, giving a 100% enrichment hit rate, and the measured latency is within the required 30-second limit.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E7D4F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E7D4F"/>
                </a:solidFill>
                <a:latin typeface="Aptos"/>
              </a:rPr>
              <a:t>STAGE 3 • 2/6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E7D4F"/>
                </a:solidFill>
                <a:latin typeface="Aptos"/>
              </a:rPr>
              <a:t>STAGE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Live Threat Intelligence Enrichment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25/39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624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320" y="1170432"/>
            <a:ext cx="7604311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E7D4F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enrichment files are ready to be committed: feed data, enrichment code, enriched alerts and latency report. This packages the TI evidence for Git.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E7D4F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E7D4F"/>
                </a:solidFill>
                <a:latin typeface="Aptos"/>
              </a:rPr>
              <a:t>STAGE 3 • 3/6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E7D4F"/>
                </a:solidFill>
                <a:latin typeface="Aptos"/>
              </a:rPr>
              <a:t>STAGE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Live Threat Intelligence Enrichment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26/39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627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004" y="1170432"/>
            <a:ext cx="7540942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E7D4F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enriched alert output contains adversary and campaign context along with the detection rule. This turns a raw technical alert into useful threat context.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E7D4F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E7D4F"/>
                </a:solidFill>
                <a:latin typeface="Aptos"/>
              </a:rPr>
              <a:t>STAGE 3 • 4/6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E7D4F"/>
                </a:solidFill>
                <a:latin typeface="Aptos"/>
              </a:rPr>
              <a:t>STAGE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Live Threat Intelligence Enrichment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27/39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628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2079375"/>
            <a:ext cx="11000232" cy="21597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E7D4F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latency report confirms 100% enrichment and that the measured processing time is within the 30-second requirement.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E7D4F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E7D4F"/>
                </a:solidFill>
                <a:latin typeface="Aptos"/>
              </a:rPr>
              <a:t>STAGE 3 • 5/6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E7D4F"/>
                </a:solidFill>
                <a:latin typeface="Aptos"/>
              </a:rPr>
              <a:t>STAGE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Live Threat Intelligence Enrichment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28/39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629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88" y="1170432"/>
            <a:ext cx="10772775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E7D4F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repository status is clean after the enrichment work, showing the threat-intelligence changes have been integrated into the project.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E7D4F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E7D4F"/>
                </a:solidFill>
                <a:latin typeface="Aptos"/>
              </a:rPr>
              <a:t>STAGE 3 • 6/6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731520"/>
            <a:ext cx="137160" cy="5212080"/>
          </a:xfrm>
          <a:prstGeom prst="roundRect">
            <a:avLst/>
          </a:prstGeom>
          <a:solidFill>
            <a:srgbClr val="744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448A6"/>
                </a:solidFill>
                <a:latin typeface="Aptos"/>
              </a:rPr>
              <a:t>STAGE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9784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8242E"/>
                </a:solidFill>
                <a:latin typeface="Aptos"/>
              </a:rPr>
              <a:t>Automated Triage with Confidence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9418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3E4A55"/>
                </a:solidFill>
                <a:latin typeface="Aptos"/>
              </a:rPr>
              <a:t>Use confidence thresholds to escalate, review or suppress alerts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251960"/>
            <a:ext cx="9875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4553712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7448A6"/>
                </a:solidFill>
                <a:latin typeface="Aptos"/>
              </a:rPr>
              <a:t>Screenshots in this section are arranged in the same practical order as the assignment stage.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448A6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7448A6"/>
                </a:solidFill>
                <a:latin typeface="Aptos"/>
              </a:rPr>
              <a:t>STAGE 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48A6"/>
                </a:solidFill>
                <a:latin typeface="Aptos"/>
              </a:rPr>
              <a:t>STAGE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Automated Triage with Confidence Scoring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744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29/39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633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502" y="1170432"/>
            <a:ext cx="7561947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744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7448A6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triage script processes three alerts and assigns confidence scores. The actions shown are ESCALATE, HUMAN_REVIEW and SUPPRESS.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448A6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7448A6"/>
                </a:solidFill>
                <a:latin typeface="Aptos"/>
              </a:rPr>
              <a:t>STAGE 4 • 1/5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48A6"/>
                </a:solidFill>
                <a:latin typeface="Aptos"/>
              </a:rPr>
              <a:t>STAGE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Automated Triage with Confidence Scoring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744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30/39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634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2558873"/>
            <a:ext cx="11000232" cy="120075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744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7448A6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same three decisions are explained with simple reasons: high confidence is escalated, medium confidence goes to a human, and low confidence is suppressed.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448A6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7448A6"/>
                </a:solidFill>
                <a:latin typeface="Aptos"/>
              </a:rPr>
              <a:t>STAGE 4 • 2/5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48A6"/>
                </a:solidFill>
                <a:latin typeface="Aptos"/>
              </a:rPr>
              <a:t>STAGE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Automated Triage with Confidence Scoring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744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31/39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634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502" y="1170432"/>
            <a:ext cx="7561947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744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7448A6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triage result JSON is displayed. It stores the alert, detection rule, confidence and final action in a machine-readable format.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448A6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7448A6"/>
                </a:solidFill>
                <a:latin typeface="Aptos"/>
              </a:rPr>
              <a:t>STAGE 4 • 3/5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48A6"/>
                </a:solidFill>
                <a:latin typeface="Aptos"/>
              </a:rPr>
              <a:t>STAGE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Automated Triage with Confidence Scoring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744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32/39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636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940" y="1170432"/>
            <a:ext cx="758307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744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7448A6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triage work is committed in GitHub. The repository now contains the automated triage script, rules and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448A6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7448A6"/>
                </a:solidFill>
                <a:latin typeface="Aptos"/>
              </a:rPr>
              <a:t>STAGE 4 • 4/5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48A6"/>
                </a:solidFill>
                <a:latin typeface="Aptos"/>
              </a:rPr>
              <a:t>STAGE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Automated Triage with Confidence Scoring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744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33/39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636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502" y="1170432"/>
            <a:ext cx="7561947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744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7448A6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GitHub repository shows the triage implementation and result files together with the rest of the detection program.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448A6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7448A6"/>
                </a:solidFill>
                <a:latin typeface="Aptos"/>
              </a:rPr>
              <a:t>STAGE 4 • 5/5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731520"/>
            <a:ext cx="137160" cy="5212080"/>
          </a:xfrm>
          <a:prstGeom prst="roundRect">
            <a:avLst/>
          </a:prstGeom>
          <a:solidFill>
            <a:srgbClr val="B0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03A55"/>
                </a:solidFill>
                <a:latin typeface="Aptos"/>
              </a:rPr>
              <a:t>STAGE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9784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8242E"/>
                </a:solidFill>
                <a:latin typeface="Aptos"/>
              </a:rPr>
              <a:t>Forensic Chain of Custody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9418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3E4A55"/>
                </a:solidFill>
                <a:latin typeface="Aptos"/>
              </a:rPr>
              <a:t>Collect artifacts, verify hashes and prove tamper detection.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251960"/>
            <a:ext cx="9875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4553712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B03A55"/>
                </a:solidFill>
                <a:latin typeface="Aptos"/>
              </a:rPr>
              <a:t>Screenshots in this section are arranged in the same practical order as the assignment stage.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03A55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B03A55"/>
                </a:solidFill>
                <a:latin typeface="Aptos"/>
              </a:rPr>
              <a:t>STAGE 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B03A55"/>
                </a:solidFill>
                <a:latin typeface="Aptos"/>
              </a:rPr>
              <a:t>STAGE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Forensic Chain of Custody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B0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34/39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644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819531"/>
            <a:ext cx="11000232" cy="2679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B0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B03A55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Forensic collection is executed and three artifacts are collected. A chain-of-custody JSON file is generated to track the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03A55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B03A55"/>
                </a:solidFill>
                <a:latin typeface="Aptos"/>
              </a:rPr>
              <a:t>STAGE 5 • 1/4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B03A55"/>
                </a:solidFill>
                <a:latin typeface="Aptos"/>
              </a:rPr>
              <a:t>STAGE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Forensic Chain of Custody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B0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35/39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645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2052743"/>
            <a:ext cx="11000232" cy="22130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B0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B03A55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Each artifact is re-hashed and compared with its original hash. All three checks return Verified: True, so the evidence is intact.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03A55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B03A55"/>
                </a:solidFill>
                <a:latin typeface="Aptos"/>
              </a:rPr>
              <a:t>STAGE 5 • 2/4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B03A55"/>
                </a:solidFill>
                <a:latin typeface="Aptos"/>
              </a:rPr>
              <a:t>STAGE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Forensic Chain of Custody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B0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36/39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647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2330088"/>
            <a:ext cx="11000232" cy="165832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B0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B03A55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A deliberate tamper test changes an artifact. The original and tampered SHA-256 values differ, so the system correctly reports TAMPERED.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03A55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B03A55"/>
                </a:solidFill>
                <a:latin typeface="Aptos"/>
              </a:rPr>
              <a:t>STAGE 5 • 3/4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B03A55"/>
                </a:solidFill>
                <a:latin typeface="Aptos"/>
              </a:rPr>
              <a:t>STAGE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Forensic Chain of Custody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B0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37/39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19 1649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502" y="1170432"/>
            <a:ext cx="7561947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B0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B03A55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forensic evidence, chain-of-custody record, verification report and legal-defensibility document are stored in GitHub. This completes the forensic evidence package.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03A55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B03A55"/>
                </a:solidFill>
                <a:latin typeface="Aptos"/>
              </a:rPr>
              <a:t>STAGE 5 • 4/4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731520"/>
            <a:ext cx="137160" cy="5212080"/>
          </a:xfrm>
          <a:prstGeom prst="roundRect">
            <a:avLst/>
          </a:prstGeom>
          <a:solidFill>
            <a:srgbClr val="3C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C65A8"/>
                </a:solidFill>
                <a:latin typeface="Aptos"/>
              </a:rPr>
              <a:t>STAGE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9784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8242E"/>
                </a:solidFill>
                <a:latin typeface="Aptos"/>
              </a:rPr>
              <a:t>Detection Program Health Scorecard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9418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3E4A55"/>
                </a:solidFill>
                <a:latin typeface="Aptos"/>
              </a:rPr>
              <a:t>Generate the final scorecard from coverage, enrichment, triage and forensic results.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251960"/>
            <a:ext cx="9875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4553712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3C65A8"/>
                </a:solidFill>
                <a:latin typeface="Aptos"/>
              </a:rPr>
              <a:t>Screenshots in this section are arranged in the same practical order as the assignment stage.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3C65A8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C65A8"/>
                </a:solidFill>
                <a:latin typeface="Aptos"/>
              </a:rPr>
              <a:t>STAGE 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C65A8"/>
                </a:solidFill>
                <a:latin typeface="Aptos"/>
              </a:rPr>
              <a:t>STAGE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Detection Program Health Scorecard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3C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38/39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4dca64d-4679-4962-8cb1-49ba573edc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234" y="1170432"/>
            <a:ext cx="7530483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3C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3C65A8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final scorecard area in GitHub contains the health-scorecard generator and supporting program metrics. It combines the results of the earlier stages.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3C65A8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C65A8"/>
                </a:solidFill>
                <a:latin typeface="Aptos"/>
              </a:rPr>
              <a:t>STAGE 6 • 1/2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C65A8"/>
                </a:solidFill>
                <a:latin typeface="Aptos"/>
              </a:rPr>
              <a:t>STAGE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42E"/>
                </a:solidFill>
                <a:latin typeface="Aptos"/>
              </a:rPr>
              <a:t>Detection Program Health Scorecard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664208" cy="475488"/>
          </a:xfrm>
          <a:prstGeom prst="roundRect">
            <a:avLst/>
          </a:prstGeom>
          <a:solidFill>
            <a:srgbClr val="3C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448056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 39/39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33271"/>
            <a:ext cx="11274552" cy="42519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99cc1219-0f1c-4af7-b02d-9f4d42bba8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2353863"/>
            <a:ext cx="11000232" cy="161077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468112"/>
            <a:ext cx="111831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5632704"/>
            <a:ext cx="146304" cy="502920"/>
          </a:xfrm>
          <a:prstGeom prst="roundRect">
            <a:avLst/>
          </a:prstGeom>
          <a:solidFill>
            <a:srgbClr val="3C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3C65A8"/>
                </a:solidFill>
                <a:latin typeface="Aptos"/>
              </a:rPr>
              <a:t>SIMPLE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10195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26333F"/>
                </a:solidFill>
                <a:latin typeface="Aptos"/>
              </a:rPr>
              <a:t>The health scorecard is generated successfully. It reports coverage debt, 100% enrichment hit rate, 3 triage alerts processed and 3 forensic artifacts verified with a 100% forensic success 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3C65A8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C65A8"/>
                </a:solidFill>
                <a:latin typeface="Aptos"/>
              </a:rPr>
              <a:t>STAGE 6 • 2/2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6333F"/>
                </a:solidFill>
                <a:latin typeface="Aptos"/>
              </a:rPr>
              <a:t>Final Evidence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606B"/>
                </a:solidFill>
                <a:latin typeface="Aptos"/>
              </a:rPr>
              <a:t>All 39 screenshots are now grouped according to Stage 1 → Stage 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709928"/>
            <a:ext cx="1097280" cy="438912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28800"/>
            <a:ext cx="104241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755648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69AA"/>
                </a:solidFill>
                <a:latin typeface="Aptos"/>
              </a:rPr>
              <a:t>16 screenshots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755648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5424E"/>
                </a:solidFill>
                <a:latin typeface="Aptos"/>
              </a:rPr>
              <a:t>Emulation + ATT&amp;CK coverage + baseline/delta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2487168"/>
            <a:ext cx="1097280" cy="438912"/>
          </a:xfrm>
          <a:prstGeom prst="roundRect">
            <a:avLst/>
          </a:prstGeom>
          <a:solidFill>
            <a:srgbClr val="C76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2606040"/>
            <a:ext cx="104241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532888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76520"/>
                </a:solidFill>
                <a:latin typeface="Aptos"/>
              </a:rPr>
              <a:t>6 screenshots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532888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5424E"/>
                </a:solidFill>
                <a:latin typeface="Aptos"/>
              </a:rPr>
              <a:t>SLO + noise budget + coverage debt + CI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5468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3264408"/>
            <a:ext cx="1097280" cy="438912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383280"/>
            <a:ext cx="104241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Stage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310128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7D4F"/>
                </a:solidFill>
                <a:latin typeface="Aptos"/>
              </a:rPr>
              <a:t>6 screenshots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310128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5424E"/>
                </a:solidFill>
                <a:latin typeface="Aptos"/>
              </a:rPr>
              <a:t>Threat-intelligence enrichment + latency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4041648"/>
            <a:ext cx="1097280" cy="438912"/>
          </a:xfrm>
          <a:prstGeom prst="roundRect">
            <a:avLst/>
          </a:prstGeom>
          <a:solidFill>
            <a:srgbClr val="744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" y="4160520"/>
            <a:ext cx="104241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Stage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4087368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448A6"/>
                </a:solidFill>
                <a:latin typeface="Aptos"/>
              </a:rPr>
              <a:t>5 screenshots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087368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5424E"/>
                </a:solidFill>
                <a:latin typeface="Aptos"/>
              </a:rPr>
              <a:t>Confidence-based automated triage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709159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14400" y="4818888"/>
            <a:ext cx="1097280" cy="438912"/>
          </a:xfrm>
          <a:prstGeom prst="roundRect">
            <a:avLst/>
          </a:prstGeom>
          <a:solidFill>
            <a:srgbClr val="B0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1832" y="4937759"/>
            <a:ext cx="104241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Stage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864607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03A55"/>
                </a:solidFill>
                <a:latin typeface="Aptos"/>
              </a:rPr>
              <a:t>4 screenshots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864607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5424E"/>
                </a:solidFill>
                <a:latin typeface="Aptos"/>
              </a:rPr>
              <a:t>Chain of custody + hash verification + tamper test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486399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14400" y="5596127"/>
            <a:ext cx="1097280" cy="438912"/>
          </a:xfrm>
          <a:prstGeom prst="roundRect">
            <a:avLst/>
          </a:prstGeom>
          <a:solidFill>
            <a:srgbClr val="3C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1832" y="5714999"/>
            <a:ext cx="104241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Stage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5641847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C65A8"/>
                </a:solidFill>
                <a:latin typeface="Aptos"/>
              </a:rPr>
              <a:t>2 screenshots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5641847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5424E"/>
                </a:solidFill>
                <a:latin typeface="Aptos"/>
              </a:rPr>
              <a:t>Health scorecard generation + final metrics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989320"/>
            <a:ext cx="10698480" cy="457200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0120" y="6117336"/>
            <a:ext cx="10241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94957"/>
                </a:solidFill>
                <a:latin typeface="Aptos"/>
              </a:rPr>
              <a:t>This version follows the assignment stage sequence instead of mixing the screenshots.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3C65A8"/>
                </a:solidFill>
                <a:latin typeface="Aptos"/>
              </a:rPr>
              <a:t>SHREIK GLOBAL • THREAT DETECTION ENGINEERING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4922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C65A8"/>
                </a:solidFill>
                <a:latin typeface="Aptos"/>
              </a:rPr>
              <a:t>FINAL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2106</Words>
  <Application>Microsoft Office PowerPoint</Application>
  <PresentationFormat>Widescreen</PresentationFormat>
  <Paragraphs>338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Mark</cp:lastModifiedBy>
  <cp:revision>2</cp:revision>
  <dcterms:created xsi:type="dcterms:W3CDTF">2013-01-27T09:14:16Z</dcterms:created>
  <dcterms:modified xsi:type="dcterms:W3CDTF">2026-08-19T12:30:40Z</dcterms:modified>
  <cp:category/>
</cp:coreProperties>
</file>